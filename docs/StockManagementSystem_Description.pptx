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6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60" y="4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E0D7-53C0-4550-B23E-4B2F7E71A50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5084D-D4C5-4085-91DD-5B140AE5F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33F2-0C26-4BFB-BDC8-7589CAAB2C79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7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D4D2-7B5F-476B-89E7-E91CE841ECC8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8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1931-D771-4C62-8DC6-618EB603751F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6C725-5A6F-4A41-8573-09BC6D183F0F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3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15F38-E311-4F96-B857-9F857BA3D9F6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4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C11-C11A-44FD-A8E4-A62E308CEA3E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1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23E-D436-4905-AA84-33D813C595D6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4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BE65-972A-44E1-BDDB-E0775E489C01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5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B86F9-D6F3-48BF-9DC6-8F336486A088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3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2E728-0D97-4080-A029-CE4C31C68842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0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9326-ECD1-4F4B-9A35-A424FDC054EC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46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0460-1345-48D5-A390-B64455F79F22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9793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CBE1-7970-4FC9-B9A9-2CE4C6519F7A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65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6719-F861-49C8-99C8-59043203CC9B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94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87541-B0FC-48B0-972D-2F9C030EF23E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09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2EF0-EBE3-441A-AED3-08DAD2F8E080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3A55-DA6F-4ADE-8060-0B146CEBCD94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2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8AACED9-5DD7-4E3E-929E-2C13F0F8CE15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duotone>
              <a:schemeClr val="bg1">
                <a:shade val="69000"/>
                <a:hueMod val="108000"/>
                <a:satMod val="164000"/>
                <a:lumMod val="74000"/>
              </a:schemeClr>
              <a:schemeClr val="bg1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6927" y="4158974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B8A6"/>
                </a:solidFill>
              </a:defRPr>
            </a:pPr>
            <a:r>
              <a:rPr dirty="0"/>
              <a:t>Stock Management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2220" y="5156563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rPr dirty="0"/>
              <a:t>System description, use case, class, data flow &amp; sequence diagrams</a:t>
            </a:r>
          </a:p>
        </p:txBody>
      </p:sp>
      <p:pic>
        <p:nvPicPr>
          <p:cNvPr id="4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567" y="673726"/>
            <a:ext cx="1183833" cy="11561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580" y="343894"/>
            <a:ext cx="5722620" cy="38150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2275647" y="5695579"/>
            <a:ext cx="779354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B8A6"/>
                </a:solidFill>
              </a:defRPr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Cyubahiro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Eddy Prince : 24881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System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 for authorized users to view and manage stock (expired, in stock, out of stock, damaged).</a:t>
            </a:r>
          </a:p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log in by role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Account, Stock Manager, Admin, Director.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flow:</a:t>
            </a:r>
          </a:p>
          <a:p>
            <a:pPr>
              <a:spcAft>
                <a:spcPts val="400"/>
              </a:spcAft>
              <a:defRPr sz="15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visits app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SPA loads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Login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backend validates, returns JWT; frontend stores token.</a:t>
            </a:r>
          </a:p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Role-based access: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and API enforce permissions.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Stock data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products with supplier, total supplied, expiry.</a:t>
            </a:r>
          </a:p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Reports: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Director/Admin view dashboards (expired, in/out stock, damaged).</a:t>
            </a:r>
          </a:p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Pinia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(frontend); Node.js, Express, MongoDB (backend).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480" y="1767840"/>
            <a:ext cx="3215640" cy="21437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Admin, Stock Manager, Director, Account.</a:t>
            </a:r>
          </a:p>
          <a:p>
            <a:pPr>
              <a:spcAft>
                <a:spcPts val="400"/>
              </a:spcAft>
              <a:defRPr sz="15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use cases:</a:t>
            </a:r>
          </a:p>
          <a:p>
            <a:pPr>
              <a:spcAft>
                <a:spcPts val="400"/>
              </a:spcAft>
              <a:defRPr sz="15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Login / Logout — all roles.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View Stock Info, View Expired Stock, View Damaged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Director, Stock Manager,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Manage Products — Stock Manager, Admin.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Record Supply / Supplier — Stock Manager, Admin (where from, total supplied).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View Reports — Director, Admin.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Manage Users — Admin only.</a:t>
            </a:r>
          </a:p>
          <a:p>
            <a:pPr>
              <a:spcAft>
                <a:spcPts val="400"/>
              </a:spcAft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Account Operations — Account role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85" y="548640"/>
            <a:ext cx="10058400" cy="588820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3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Class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_id, username,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passwordHash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role, email,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createdAt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400"/>
              </a:spcAft>
              <a:defRPr sz="150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_id, name,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quantityInStock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quantityDamaged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totalSupplied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supplierId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expiryDate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isExpired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>
              <a:spcAft>
                <a:spcPts val="400"/>
              </a:spcAft>
              <a:defRPr sz="150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_id, name, contact.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StockTransaction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_id,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type, quantity, amount,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createdAt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400"/>
              </a:spcAft>
              <a:defRPr sz="150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>
              <a:spcAft>
                <a:spcPts val="400"/>
              </a:spcAft>
              <a:defRPr sz="1500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Product → Supplier (from).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Product →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StockTransaction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(has).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User →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StockTransaction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(creates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121920"/>
            <a:ext cx="9662160" cy="666496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5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3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(context): User ↔ Stock Management System ↔ MongoDB.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(main processes):</a:t>
            </a:r>
          </a:p>
          <a:p>
            <a:pPr>
              <a:spcAft>
                <a:spcPts val="400"/>
              </a:spcAft>
              <a:defRPr sz="1500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User → Login Form →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→ MongoDB.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User → Dashboard/Stock → Products/Stock API → MongoDB.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User → Product/Supply Forms → Products/Stock API → MongoDB.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User → Reports View → Reports API → MongoDB.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Data: Login/CRUD/Reports to System; System reads/writes DB; responses/UI to User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518160"/>
            <a:ext cx="10109200" cy="57302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6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B8A6"/>
                </a:solidFill>
              </a:defRPr>
            </a:pPr>
            <a:r>
              <a:t>Sequence Diagram (Login &amp; View Stock)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opens app →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loads.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Router checks route; no token → redirect to Login.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 enters credentials →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POST /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/login to API.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API verifies user in MongoDB → returns JWT.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token, redirects (e.g. to Dashboard).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GET /products with JWT.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API queries MongoDB → returns stock data.</a:t>
            </a:r>
          </a:p>
          <a:p>
            <a:pPr>
              <a:spcAft>
                <a:spcPts val="400"/>
              </a:spcAft>
              <a:defRPr sz="15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dashboard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60" y="355600"/>
            <a:ext cx="8500427" cy="64452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5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005840"/>
            <a:ext cx="1127729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99" y="282574"/>
            <a:ext cx="11005889" cy="61690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  <wetp:taskpane dockstate="right" visibility="0" width="525" row="5">
    <wetp:webextensionref xmlns:r="http://schemas.openxmlformats.org/officeDocument/2006/relationships" r:id="rId2"/>
  </wetp:taskpane>
  <wetp:taskpane dockstate="right" visibility="0" width="525" row="6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84B9422-EC54-4DE0-B017-9E3CD9AEF21A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1D6BCCD-73C4-4172-B6D6-6CD70A2E50FE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8B2A509-DC80-492A-ACFF-1DAA6EA4ED2E}">
  <we:reference id="wa200003052" version="7.0.0.0" store="en-US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357</TotalTime>
  <Words>537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CYUBAHIRO EDDY PRINCE</cp:lastModifiedBy>
  <cp:revision>7</cp:revision>
  <dcterms:created xsi:type="dcterms:W3CDTF">2013-01-27T09:14:16Z</dcterms:created>
  <dcterms:modified xsi:type="dcterms:W3CDTF">2026-02-21T13:35:23Z</dcterms:modified>
  <cp:category/>
</cp:coreProperties>
</file>